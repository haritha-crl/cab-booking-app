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CabNow - Advanced Cab Booking App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A Responsive Web Application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Tech: HTML, CSS, Bootstrap 5, JavaScript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Name: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People face issues while booking cabs: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No quick car selection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No live tracking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No safety features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No discount options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Solution: One app for all cab booking needs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8 Car Categories: Mini to Luxury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Live Tracking + Driver Profile + SOS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Dark/Light Mode Toggle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Promo Code CAB20 - 20% OFF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Payment, Trip History, Rating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Fully Mobile Responsive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Frontend: HTML5, CSS3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Framework: Bootstrap 5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Language: JavaScript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Theme: Yellow #FFD700 + Black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Server: Node.js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APP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Login Page | Car Selection | Live Tracking | Payment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2011680" cy="1280160"/>
          </a:xfrm>
          <a:prstGeom prst="roundRect">
            <a:avLst/>
          </a:prstGeom>
          <a:solidFill>
            <a:srgbClr val="232326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Login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4114800"/>
            <a:ext cx="2011680" cy="1280160"/>
          </a:xfrm>
          <a:prstGeom prst="roundRect">
            <a:avLst/>
          </a:prstGeom>
          <a:solidFill>
            <a:srgbClr val="232326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Car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2011680" cy="1280160"/>
          </a:xfrm>
          <a:prstGeom prst="roundRect">
            <a:avLst/>
          </a:prstGeom>
          <a:solidFill>
            <a:srgbClr val="232326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Live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4114800"/>
            <a:ext cx="2011680" cy="1280160"/>
          </a:xfrm>
          <a:prstGeom prst="roundRect">
            <a:avLst/>
          </a:prstGeom>
          <a:solidFill>
            <a:srgbClr val="232326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>
                <a:solidFill>
                  <a:srgbClr val="FFFFFF"/>
                </a:solidFill>
              </a:defRPr>
            </a:pPr>
            <a:r>
              <a:t>cab-booking-project/</a:t>
            </a:r>
          </a:p>
          <a:p>
            <a:pPr algn="ctr">
              <a:spcAft>
                <a:spcPts val="600"/>
              </a:spcAft>
              <a:defRPr sz="2400">
                <a:solidFill>
                  <a:srgbClr val="FFFFFF"/>
                </a:solidFill>
              </a:defRPr>
            </a:pPr>
            <a:r>
              <a:t>|__ index.html</a:t>
            </a:r>
          </a:p>
          <a:p>
            <a:pPr algn="ctr">
              <a:spcAft>
                <a:spcPts val="600"/>
              </a:spcAft>
              <a:defRPr sz="2400">
                <a:solidFill>
                  <a:srgbClr val="FFFFFF"/>
                </a:solidFill>
              </a:defRPr>
            </a:pPr>
            <a:r>
              <a:t>|__ booking.html, payment.html, driver.html</a:t>
            </a:r>
          </a:p>
          <a:p>
            <a:pPr algn="ctr">
              <a:spcAft>
                <a:spcPts val="600"/>
              </a:spcAft>
              <a:defRPr sz="2400">
                <a:solidFill>
                  <a:srgbClr val="FFFFFF"/>
                </a:solidFill>
              </a:defRPr>
            </a:pPr>
            <a:r>
              <a:t>|__ assets/</a:t>
            </a:r>
          </a:p>
          <a:p>
            <a:pPr algn="ctr">
              <a:spcAft>
                <a:spcPts val="600"/>
              </a:spcAft>
              <a:defRPr sz="2400">
                <a:solidFill>
                  <a:srgbClr val="FFFFFF"/>
                </a:solidFill>
              </a:defRPr>
            </a:pPr>
            <a:r>
              <a:t>|__ README.md</a:t>
            </a:r>
          </a:p>
          <a:p>
            <a:pPr algn="ctr">
              <a:spcAft>
                <a:spcPts val="600"/>
              </a:spcAft>
              <a:defRPr sz="2400">
                <a:solidFill>
                  <a:srgbClr val="FFFFFF"/>
                </a:solidFill>
              </a:defRPr>
            </a:pPr>
            <a:r>
              <a:t>|__ CabNow_Presentation.pptx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Google Maps GPS Integration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Wallet and UPI Payment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Admin Panel for Drivers</a:t>
            </a:r>
          </a:p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Push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